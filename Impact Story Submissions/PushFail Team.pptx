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377B2-E285-47EF-8560-E38BB8C16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98C8F-2225-4917-8436-DF15D97F2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89915-FF66-4686-84D9-F1D6D243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E361-9A90-4EF1-B9DD-3491E976167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5E53C-04E3-443E-A076-6B4683652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BE8E7-484E-48C4-979B-F3FDCCE5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873D-F106-4881-BADC-52BBDA77A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50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AE7F-50C9-4308-A463-3C36E8B19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FC516-FA12-4D15-8B71-C81807FA6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4BD05-C079-44EC-85A5-B5E3DACE2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E361-9A90-4EF1-B9DD-3491E976167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4B901-D97E-48C5-960B-EA5D4F95A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C77D4-1E24-4C95-903A-50BF935A8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873D-F106-4881-BADC-52BBDA77A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9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96EA-E148-43E2-B476-A56C19211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1B53B-F325-4D41-BA8E-37B06A60A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174FB-6245-4E6D-86E7-644BF608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E361-9A90-4EF1-B9DD-3491E976167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12048-B4F2-45EC-84B8-19E362931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0781C-A0C3-41AE-9BFA-14623C12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873D-F106-4881-BADC-52BBDA77A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76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D7EB8-A050-4954-A6C8-5E1C5723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D36E8-F48D-4AD1-BAAF-C27E0368D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D3871-DA38-45EA-8864-55B34CFFF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35CB3-7120-4DDF-B799-D4D804E70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E361-9A90-4EF1-B9DD-3491E976167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610D0-C40D-4536-9A29-D9E6A265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FA3E-C54B-4C0E-A0A9-C0D3F63D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873D-F106-4881-BADC-52BBDA77A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2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A366-7D1B-48BE-AA13-8DD575416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646C2-0DD0-4A74-99D0-AF8C04E98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D5481-196D-4D7E-A3B9-3C73B2489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E23ABA-CDDB-4B22-908D-0188C2324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A43925-FB42-42CE-9C47-68E976292F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D19510-B1AA-435D-9793-CE6B8E12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E361-9A90-4EF1-B9DD-3491E976167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7BCB0D-7E25-4180-8C14-15E1272CE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0D5FC-E443-4C0D-8456-AEE0798E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873D-F106-4881-BADC-52BBDA77A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9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34489-2DF4-485D-A9E9-8CA6E0ACC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FEB0C8-B34B-4C96-808C-B242593B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E361-9A90-4EF1-B9DD-3491E976167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10A4AC-03DF-4976-AB20-ABBB0CD9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423FEE-DE3B-406A-8E86-2336D6ED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873D-F106-4881-BADC-52BBDA77A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5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F0900-4C8F-4521-9EF3-D93A3E70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E361-9A90-4EF1-B9DD-3491E976167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5842B8-2F35-4374-A92F-733DFB5CB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90E96-0D48-4931-8A97-8E7C3154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873D-F106-4881-BADC-52BBDA77A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694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E5F8-1A16-4603-A1F9-7ABF5336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51E0D-7ED1-4BB3-A4DF-2165E1AE8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DB737-5A90-4287-82E1-228656BD8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38F81-BDF7-47A9-87B9-0FC55E742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E361-9A90-4EF1-B9DD-3491E976167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12B45-0DB6-436C-95FD-C6C48894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A85C6-0BF2-4A48-884A-96D69B259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873D-F106-4881-BADC-52BBDA77A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4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FCB5-4D8D-413A-AAE2-8AA99F22D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54EF3B-9369-400B-A9D4-A29B7CAFD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8D5E8-F183-4224-B80B-EEF9C7338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9CB20-8C20-49E6-9F98-410CDA5D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E361-9A90-4EF1-B9DD-3491E976167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8587B-1781-4F09-8356-759BE6F87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68E08-B7B7-4A0E-86A3-B8EAF7570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873D-F106-4881-BADC-52BBDA77A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5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FBC6-5912-437C-AA72-1379BE42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DF97B-A300-4A18-8714-8EC9E7B2C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05103-3B79-473E-8542-7E93F3F4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E361-9A90-4EF1-B9DD-3491E976167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C8662-3EAD-425C-8CC7-AF4D9E2C4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71751-3420-415B-90F6-57D0650D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873D-F106-4881-BADC-52BBDA77A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30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CBC24B-8534-4F5A-8A4A-75A3F859C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406C1-C94B-46F0-8613-019C945E6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CCCA3-A636-4182-AD4F-77FE2736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6E361-9A90-4EF1-B9DD-3491E976167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05BDA-698A-4192-9BAB-6BFE52B7B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8149E-CB3F-4188-861E-C01FEF1D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A873D-F106-4881-BADC-52BBDA77A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5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4A7D77-6144-4B5E-8ECE-4720ED80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D0192-10B6-4F8B-8D34-3E8B1B15F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034B5-E39F-48F4-95E2-4464831C1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6E361-9A90-4EF1-B9DD-3491E976167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9128B-96EE-407E-8DD1-A8C4ED7A6C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7F926-8156-447F-929C-BB7B7E0B6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A873D-F106-4881-BADC-52BBDA77A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1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Funny video :Team Work loL on Make a GIF">
            <a:extLst>
              <a:ext uri="{FF2B5EF4-FFF2-40B4-BE49-F238E27FC236}">
                <a16:creationId xmlns:a16="http://schemas.microsoft.com/office/drawing/2014/main" id="{AE2DCEA9-EEC8-4E65-BF3E-1FC6E692594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25415"/>
            <a:ext cx="12192000" cy="915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282261-3728-43F5-AB31-18BCA01C65A9}"/>
              </a:ext>
            </a:extLst>
          </p:cNvPr>
          <p:cNvSpPr/>
          <p:nvPr/>
        </p:nvSpPr>
        <p:spPr>
          <a:xfrm>
            <a:off x="542343" y="4298863"/>
            <a:ext cx="11242431" cy="50820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02CC7A-3730-482A-ABBA-CD71739CF394}"/>
              </a:ext>
            </a:extLst>
          </p:cNvPr>
          <p:cNvSpPr/>
          <p:nvPr/>
        </p:nvSpPr>
        <p:spPr>
          <a:xfrm>
            <a:off x="474784" y="2409878"/>
            <a:ext cx="11242431" cy="50820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55F4FD-5216-4610-B13C-816D485EDB5C}"/>
              </a:ext>
            </a:extLst>
          </p:cNvPr>
          <p:cNvSpPr/>
          <p:nvPr/>
        </p:nvSpPr>
        <p:spPr>
          <a:xfrm>
            <a:off x="474784" y="293077"/>
            <a:ext cx="11242431" cy="50820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56460-17CC-4EF9-8B71-60D935267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784" y="293077"/>
            <a:ext cx="11242431" cy="6318738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>
                <a:latin typeface="Eras Demi ITC" panose="020B0805030504020804" pitchFamily="34" charset="0"/>
              </a:rPr>
              <a:t>1. </a:t>
            </a:r>
            <a:r>
              <a:rPr lang="en-US" sz="3200" b="1" dirty="0">
                <a:latin typeface="Eras Demi ITC" panose="020B0805030504020804" pitchFamily="34" charset="0"/>
              </a:rPr>
              <a:t>Facing challenges is not difficult</a:t>
            </a:r>
          </a:p>
          <a:p>
            <a:pPr marL="0" indent="0" algn="just">
              <a:buNone/>
            </a:pPr>
            <a:r>
              <a:rPr lang="en-US" sz="2600" dirty="0">
                <a:latin typeface="Eras Demi ITC" panose="020B0805030504020804" pitchFamily="34" charset="0"/>
              </a:rPr>
              <a:t>The way senior Management and the Leads handled the trainings and the guidance provided helped Interns and new Joiners to fit in the Challenging environment</a:t>
            </a:r>
          </a:p>
          <a:p>
            <a:pPr marL="0" indent="0" algn="just">
              <a:buNone/>
            </a:pPr>
            <a:endParaRPr lang="en-US" dirty="0">
              <a:latin typeface="Eras Demi ITC" panose="020B0805030504020804" pitchFamily="34" charset="0"/>
            </a:endParaRPr>
          </a:p>
          <a:p>
            <a:pPr marL="0" indent="0" algn="just">
              <a:buNone/>
            </a:pPr>
            <a:r>
              <a:rPr lang="en-US" dirty="0">
                <a:latin typeface="Eras Demi ITC" panose="020B0805030504020804" pitchFamily="34" charset="0"/>
              </a:rPr>
              <a:t>2. </a:t>
            </a:r>
            <a:r>
              <a:rPr lang="en-US" sz="3200" b="1" dirty="0">
                <a:latin typeface="Eras Demi ITC" panose="020B0805030504020804" pitchFamily="34" charset="0"/>
              </a:rPr>
              <a:t>As a Team we grow strong, stronger , Strongest together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600" dirty="0">
                <a:latin typeface="Eras Demi ITC" panose="020B0805030504020804" pitchFamily="34" charset="0"/>
              </a:rPr>
              <a:t>The Collaboration, team has portrayed is tremendous which made huge Issue count look smaller and proved working together is always a success</a:t>
            </a:r>
          </a:p>
          <a:p>
            <a:pPr marL="0" indent="0" algn="just">
              <a:buNone/>
            </a:pPr>
            <a:endParaRPr lang="en-US" dirty="0">
              <a:latin typeface="Eras Demi ITC" panose="020B0805030504020804" pitchFamily="34" charset="0"/>
            </a:endParaRPr>
          </a:p>
          <a:p>
            <a:pPr marL="0" indent="0" algn="just">
              <a:buNone/>
            </a:pPr>
            <a:r>
              <a:rPr lang="en-US" dirty="0">
                <a:latin typeface="Eras Demi ITC" panose="020B0805030504020804" pitchFamily="34" charset="0"/>
              </a:rPr>
              <a:t>3. </a:t>
            </a:r>
            <a:r>
              <a:rPr lang="en-US" sz="3200" b="1" dirty="0">
                <a:latin typeface="Eras Demi ITC" panose="020B0805030504020804" pitchFamily="34" charset="0"/>
              </a:rPr>
              <a:t>Stay Calm and Have Fun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2600" dirty="0">
                <a:latin typeface="Eras Demi ITC" panose="020B0805030504020804" pitchFamily="34" charset="0"/>
              </a:rPr>
              <a:t>Through Weekly contests, Got to know the team mates better which led to stronger bonding and better understanding. Got the chance to get our creative juices flowing. A refreshing, relaxing escape from all the covid-19 tension that’s going around us.</a:t>
            </a:r>
          </a:p>
        </p:txBody>
      </p:sp>
    </p:spTree>
    <p:extLst>
      <p:ext uri="{BB962C8B-B14F-4D97-AF65-F5344CB8AC3E}">
        <p14:creationId xmlns:p14="http://schemas.microsoft.com/office/powerpoint/2010/main" val="484247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Leadership GIF (With images) | Leadership ...">
            <a:extLst>
              <a:ext uri="{FF2B5EF4-FFF2-40B4-BE49-F238E27FC236}">
                <a16:creationId xmlns:a16="http://schemas.microsoft.com/office/drawing/2014/main" id="{0C97067F-6D51-4CEC-A427-446D87F3CE0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8614"/>
            <a:ext cx="12191999" cy="691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D64CBD-0C07-4D6E-9648-B275E66AE835}"/>
              </a:ext>
            </a:extLst>
          </p:cNvPr>
          <p:cNvSpPr/>
          <p:nvPr/>
        </p:nvSpPr>
        <p:spPr>
          <a:xfrm>
            <a:off x="591713" y="3156045"/>
            <a:ext cx="11242431" cy="50820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58ECDE-D739-42A2-A349-A0DA534EC1A4}"/>
              </a:ext>
            </a:extLst>
          </p:cNvPr>
          <p:cNvSpPr/>
          <p:nvPr/>
        </p:nvSpPr>
        <p:spPr>
          <a:xfrm>
            <a:off x="579990" y="1056649"/>
            <a:ext cx="11242431" cy="508201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501CE-5051-43BC-A3E9-9AED3EBED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990" y="656493"/>
            <a:ext cx="11254154" cy="620150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en-US" dirty="0">
              <a:latin typeface="Eras Demi ITC" panose="020B0805030504020804" pitchFamily="34" charset="0"/>
            </a:endParaRPr>
          </a:p>
          <a:p>
            <a:pPr marL="0" indent="0" algn="just">
              <a:buNone/>
            </a:pPr>
            <a:r>
              <a:rPr lang="en-US" dirty="0">
                <a:latin typeface="Eras Demi ITC" panose="020B0805030504020804" pitchFamily="34" charset="0"/>
              </a:rPr>
              <a:t>4.</a:t>
            </a:r>
            <a:r>
              <a:rPr lang="en-US" b="1" dirty="0">
                <a:latin typeface="Eras Demi ITC" panose="020B0805030504020804" pitchFamily="34" charset="0"/>
              </a:rPr>
              <a:t> </a:t>
            </a:r>
            <a:r>
              <a:rPr lang="en-US" sz="3200" b="1" dirty="0">
                <a:latin typeface="Eras Demi ITC" panose="020B0805030504020804" pitchFamily="34" charset="0"/>
              </a:rPr>
              <a:t>Flexibility and Cross Skilling</a:t>
            </a:r>
          </a:p>
          <a:p>
            <a:pPr marL="0" indent="0" algn="just">
              <a:buNone/>
            </a:pPr>
            <a:r>
              <a:rPr lang="en-US" sz="2600" dirty="0">
                <a:latin typeface="Eras Demi ITC" panose="020B0805030504020804" pitchFamily="34" charset="0"/>
              </a:rPr>
              <a:t>Most of us are not from SAP/Ariba background, we had an opportunity to learn quickly in GP which made us Flexible; Ready to adapt and accept the changes come in our way in future.</a:t>
            </a:r>
          </a:p>
          <a:p>
            <a:pPr marL="0" indent="0" algn="just">
              <a:buNone/>
            </a:pPr>
            <a:endParaRPr lang="en-US" dirty="0">
              <a:latin typeface="Eras Demi ITC" panose="020B0805030504020804" pitchFamily="34" charset="0"/>
            </a:endParaRPr>
          </a:p>
          <a:p>
            <a:pPr marL="0" indent="0" algn="just">
              <a:buNone/>
            </a:pPr>
            <a:r>
              <a:rPr lang="en-US" dirty="0">
                <a:latin typeface="Eras Demi ITC" panose="020B0805030504020804" pitchFamily="34" charset="0"/>
              </a:rPr>
              <a:t>5. </a:t>
            </a:r>
            <a:r>
              <a:rPr lang="en-US" sz="3200" b="1" dirty="0">
                <a:latin typeface="Eras Demi ITC" panose="020B0805030504020804" pitchFamily="34" charset="0"/>
              </a:rPr>
              <a:t>Leadership is Strength and responsibility</a:t>
            </a:r>
          </a:p>
          <a:p>
            <a:pPr marL="0" indent="0" algn="just">
              <a:buNone/>
            </a:pPr>
            <a:r>
              <a:rPr lang="en-US" sz="2600" dirty="0">
                <a:latin typeface="Eras Demi ITC" panose="020B0805030504020804" pitchFamily="34" charset="0"/>
              </a:rPr>
              <a:t>We have witnessed this in GP. Max, Chiranjeevi and other seniors were very cool and were always available to help us irrespective of their busy schedules which helped us to learn a lot and inspired us to be available to internal team member’s all the time and led to greater outcomes. </a:t>
            </a:r>
          </a:p>
          <a:p>
            <a:pPr marL="0" indent="0" algn="just">
              <a:buNone/>
            </a:pPr>
            <a:endParaRPr lang="en-US" dirty="0">
              <a:latin typeface="Eras Demi ITC" panose="020B0805030504020804" pitchFamily="34" charset="0"/>
            </a:endParaRPr>
          </a:p>
          <a:p>
            <a:pPr marL="0" indent="0" algn="just">
              <a:buNone/>
            </a:pPr>
            <a:endParaRPr lang="en-US" dirty="0">
              <a:latin typeface="Eras Demi ITC" panose="020B0805030504020804" pitchFamily="34" charset="0"/>
            </a:endParaRPr>
          </a:p>
          <a:p>
            <a:pPr marL="0" indent="0" algn="just">
              <a:buNone/>
            </a:pPr>
            <a:r>
              <a:rPr lang="en-US" sz="3200" b="1" dirty="0">
                <a:latin typeface="Eras Demi ITC" panose="020B0805030504020804" pitchFamily="34" charset="0"/>
              </a:rPr>
              <a:t>                                                                             </a:t>
            </a:r>
            <a:endParaRPr lang="en-US" sz="3600" b="1" dirty="0">
              <a:highlight>
                <a:srgbClr val="FFFF00"/>
              </a:highlight>
              <a:latin typeface="Eras Demi ITC" panose="020B0805030504020804" pitchFamily="34" charset="0"/>
            </a:endParaRPr>
          </a:p>
          <a:p>
            <a:pPr marL="0" indent="0" algn="just">
              <a:buNone/>
            </a:pPr>
            <a:endParaRPr lang="en-US" sz="3200" b="1" dirty="0">
              <a:latin typeface="Eras Demi ITC" panose="020B08050305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281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227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Eras Demi ITC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 V, Bindu</dc:creator>
  <cp:lastModifiedBy>Kalsait, Kunal Pravin</cp:lastModifiedBy>
  <cp:revision>17</cp:revision>
  <dcterms:created xsi:type="dcterms:W3CDTF">2020-05-14T11:06:10Z</dcterms:created>
  <dcterms:modified xsi:type="dcterms:W3CDTF">2020-05-15T12:00:21Z</dcterms:modified>
</cp:coreProperties>
</file>